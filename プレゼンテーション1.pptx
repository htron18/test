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2" r:id="rId5"/>
    <p:sldId id="258" r:id="rId6"/>
    <p:sldId id="259" r:id="rId7"/>
    <p:sldId id="260" r:id="rId8"/>
    <p:sldId id="261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 smtClean="0"/>
              <a:t>マスタ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 smtClean="0"/>
              <a:t>マスタ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 smtClean="0"/>
              <a:t>マスタ 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8725A-28AD-45F8-B362-09C8E353BC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928E-AA9A-4D89-BC1F-A2C05AB4BD92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フローチャート：処理 4"/>
          <p:cNvSpPr/>
          <p:nvPr/>
        </p:nvSpPr>
        <p:spPr>
          <a:xfrm>
            <a:off x="8273415" y="4333240"/>
            <a:ext cx="1106805" cy="59944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ja-JP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LoginDTO</a:t>
            </a:r>
            <a:endParaRPr lang="en-US" altLang="ja-JP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フローチャート：処理 5"/>
          <p:cNvSpPr/>
          <p:nvPr/>
        </p:nvSpPr>
        <p:spPr>
          <a:xfrm>
            <a:off x="8204200" y="3566795"/>
            <a:ext cx="1176020" cy="5384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ja-JP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LoginDAO</a:t>
            </a:r>
            <a:endParaRPr lang="en-US" altLang="ja-JP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フローチャート：処理 6"/>
          <p:cNvSpPr/>
          <p:nvPr/>
        </p:nvSpPr>
        <p:spPr>
          <a:xfrm>
            <a:off x="5219065" y="2996565"/>
            <a:ext cx="2311400" cy="61150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ja-JP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LoginAction</a:t>
            </a:r>
            <a:endParaRPr lang="en-US" altLang="ja-JP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フローチャート：処理 8"/>
          <p:cNvSpPr/>
          <p:nvPr/>
        </p:nvSpPr>
        <p:spPr>
          <a:xfrm>
            <a:off x="7452360" y="769620"/>
            <a:ext cx="2311400" cy="611505"/>
          </a:xfrm>
          <a:prstGeom prst="flowChart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ja-JP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login.jsp </a:t>
            </a:r>
            <a:endParaRPr lang="en-US" altLang="ja-JP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ja-JP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ログインフォーム</a:t>
            </a:r>
            <a:endParaRPr lang="ja-JP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6289675" y="3758565"/>
            <a:ext cx="345440" cy="15132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フローチャート：処理 19"/>
          <p:cNvSpPr/>
          <p:nvPr/>
        </p:nvSpPr>
        <p:spPr>
          <a:xfrm>
            <a:off x="2952750" y="4672330"/>
            <a:ext cx="2096135" cy="456565"/>
          </a:xfrm>
          <a:prstGeom prst="flowChart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ja-JP"/>
              <a:t>cart.jsp</a:t>
            </a:r>
            <a:endParaRPr lang="en-US" altLang="ja-JP"/>
          </a:p>
        </p:txBody>
      </p:sp>
      <p:sp>
        <p:nvSpPr>
          <p:cNvPr id="21" name="フローチャート：処理 20"/>
          <p:cNvSpPr/>
          <p:nvPr/>
        </p:nvSpPr>
        <p:spPr>
          <a:xfrm>
            <a:off x="4670425" y="5511165"/>
            <a:ext cx="1964690" cy="456565"/>
          </a:xfrm>
          <a:prstGeom prst="flowChart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ja-JP"/>
              <a:t>mypage.jsp</a:t>
            </a:r>
            <a:endParaRPr lang="en-US" altLang="ja-JP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5048885" y="3758565"/>
            <a:ext cx="1207135" cy="855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 flipH="1">
            <a:off x="6423660" y="1506220"/>
            <a:ext cx="2141855" cy="141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H="1">
            <a:off x="3173730" y="3470910"/>
            <a:ext cx="1654810" cy="207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ボックス 30"/>
          <p:cNvSpPr txBox="1"/>
          <p:nvPr/>
        </p:nvSpPr>
        <p:spPr>
          <a:xfrm>
            <a:off x="7719695" y="2030730"/>
            <a:ext cx="2044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引数：</a:t>
            </a:r>
            <a:r>
              <a:rPr lang="en-US" altLang="ja-JP"/>
              <a:t>ID</a:t>
            </a:r>
            <a:r>
              <a:rPr lang="ja-JP" altLang="en-US"/>
              <a:t>、パス</a:t>
            </a:r>
            <a:endParaRPr lang="ja-JP" altLang="en-US"/>
          </a:p>
        </p:txBody>
      </p:sp>
      <p:sp>
        <p:nvSpPr>
          <p:cNvPr id="32" name="フローチャート：処理 31"/>
          <p:cNvSpPr/>
          <p:nvPr/>
        </p:nvSpPr>
        <p:spPr>
          <a:xfrm>
            <a:off x="856615" y="3608070"/>
            <a:ext cx="2096135" cy="456565"/>
          </a:xfrm>
          <a:prstGeom prst="flowChartProces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ja-JP"/>
              <a:t>home.jsp</a:t>
            </a:r>
            <a:endParaRPr lang="en-US" altLang="ja-JP"/>
          </a:p>
        </p:txBody>
      </p:sp>
      <p:sp>
        <p:nvSpPr>
          <p:cNvPr id="40" name="テキストボックス 39"/>
          <p:cNvSpPr txBox="1"/>
          <p:nvPr/>
        </p:nvSpPr>
        <p:spPr>
          <a:xfrm>
            <a:off x="5475605" y="1506220"/>
            <a:ext cx="25450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/>
              <a:t>ユーザー</a:t>
            </a:r>
            <a:r>
              <a:rPr lang="en-US" altLang="ja-JP"/>
              <a:t>ID</a:t>
            </a:r>
            <a:r>
              <a:rPr lang="ja-JP" altLang="en-US"/>
              <a:t>・パスワードを入力</a:t>
            </a:r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WPS Presentation</Application>
  <PresentationFormat>宽屏</PresentationFormat>
  <Paragraphs>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 Unicode MS</vt:lpstr>
      <vt:lpstr>Calibri Light</vt:lpstr>
      <vt:lpstr>Calibri</vt:lpstr>
      <vt:lpstr>Microsoft YaHei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internousdev</dc:creator>
  <cp:lastModifiedBy>internousdev</cp:lastModifiedBy>
  <cp:revision>1</cp:revision>
  <dcterms:created xsi:type="dcterms:W3CDTF">2018-05-02T01:14:20Z</dcterms:created>
  <dcterms:modified xsi:type="dcterms:W3CDTF">2018-05-02T08:44:36Z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1041-10.8.0.6186</vt:lpwstr>
  </property>
</Properties>
</file>